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项目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财务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组织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组织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财务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项目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组织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4750" y="0"/>
            <a:ext cx="1174750" cy="180000"/>
          </a:xfrm>
          <a:prstGeom prst="rect">
            <a:avLst/>
          </a:prstGeom>
          <a:noFill/>
          <a:ln w="6350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2"/>
                </a:solidFill>
              </a:rPr>
              <a:t>项目</a:t>
            </a:r>
            <a:endParaRPr lang="zh-CN" altLang="en-US" sz="100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9500" y="0"/>
            <a:ext cx="1174750" cy="180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财务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RjNGIyYWUyMGQ4OTBkYzllZGQ2OGYwMjEyNTBm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六5-01-尹泓蕴</cp:lastModifiedBy>
  <cp:revision>10</cp:revision>
  <dcterms:created xsi:type="dcterms:W3CDTF">2026-06-20T03:07:53Z</dcterms:created>
  <dcterms:modified xsi:type="dcterms:W3CDTF">2026-06-20T10:13:13Z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95D618B1B0574F9681EA7939D2665DCB_12</vt:lpwstr>
  </property>
  <property fmtid="{D5CDD505-2E9C-101B-9397-08002B2CF9AE}" pid="3" name="KSOProductBuildVer">
    <vt:lpwstr>2052-11.1.0.15319</vt:lpwstr>
  </property>
</Properties>
</file>